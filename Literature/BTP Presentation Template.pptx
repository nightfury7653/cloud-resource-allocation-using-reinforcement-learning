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90" r:id="rId4"/>
    <p:sldId id="292" r:id="rId5"/>
    <p:sldId id="291" r:id="rId6"/>
    <p:sldId id="293" r:id="rId7"/>
    <p:sldId id="295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94" autoAdjust="0"/>
  </p:normalViewPr>
  <p:slideViewPr>
    <p:cSldViewPr snapToGrid="0">
      <p:cViewPr varScale="1">
        <p:scale>
          <a:sx n="79" d="100"/>
          <a:sy n="79" d="100"/>
        </p:scale>
        <p:origin x="12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BTP Title (</a:t>
            </a:r>
            <a:r>
              <a:rPr lang="en-IN" i="1" dirty="0" smtClean="0"/>
              <a:t>as agreed upon by the Guide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 smtClean="0"/>
              <a:t>Name of all the Members </a:t>
            </a:r>
            <a:r>
              <a:rPr lang="en-IN" sz="2800" i="1" dirty="0"/>
              <a:t>in the Group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Guided By,</a:t>
            </a:r>
          </a:p>
          <a:p>
            <a:r>
              <a:rPr lang="en-IN" i="1" dirty="0" smtClean="0"/>
              <a:t>Name of the Project Guide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Brief </a:t>
            </a:r>
            <a:r>
              <a:rPr lang="en-US" dirty="0" smtClean="0"/>
              <a:t>intro to your </a:t>
            </a:r>
            <a:r>
              <a:rPr lang="en-US" dirty="0" smtClean="0"/>
              <a:t>Topic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Significance of the area you are working.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Study of the other similar approaches to </a:t>
            </a:r>
            <a:r>
              <a:rPr lang="en-IN" dirty="0" smtClean="0"/>
              <a:t>the problem </a:t>
            </a:r>
            <a:r>
              <a:rPr lang="en-IN" dirty="0" smtClean="0"/>
              <a:t>you are solving.</a:t>
            </a:r>
          </a:p>
          <a:p>
            <a:endParaRPr lang="en-IN" dirty="0"/>
          </a:p>
          <a:p>
            <a:r>
              <a:rPr lang="en-IN" dirty="0" smtClean="0"/>
              <a:t>Could be </a:t>
            </a:r>
            <a:r>
              <a:rPr lang="en-IN" b="1" dirty="0" smtClean="0"/>
              <a:t>Journal/Conference papers </a:t>
            </a:r>
            <a:r>
              <a:rPr lang="en-IN" dirty="0" smtClean="0"/>
              <a:t>OR </a:t>
            </a:r>
            <a:r>
              <a:rPr lang="en-IN" b="1" dirty="0" smtClean="0"/>
              <a:t>Patents</a:t>
            </a:r>
            <a:r>
              <a:rPr lang="en-IN" dirty="0" smtClean="0"/>
              <a:t> OR </a:t>
            </a:r>
            <a:r>
              <a:rPr lang="en-IN" b="1" dirty="0" smtClean="0"/>
              <a:t>any other work </a:t>
            </a:r>
            <a:r>
              <a:rPr lang="en-IN" dirty="0" smtClean="0"/>
              <a:t>that fits the criteria.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Motivation (</a:t>
            </a:r>
            <a:r>
              <a:rPr lang="en-IN" i="1" dirty="0" smtClean="0"/>
              <a:t>Optional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Research Gap you have identified in the existing approach</a:t>
            </a:r>
            <a:r>
              <a:rPr lang="en-IN" dirty="0"/>
              <a:t> </a:t>
            </a:r>
            <a:r>
              <a:rPr lang="en-IN" dirty="0" smtClean="0"/>
              <a:t>OR Novelty of your approach as compared to other approaches.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Precise description of th</a:t>
            </a:r>
            <a:r>
              <a:rPr lang="en-IN" dirty="0" smtClean="0"/>
              <a:t>e problem you are trying to solve.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Architecture of the proposed work. </a:t>
            </a:r>
          </a:p>
          <a:p>
            <a:endParaRPr lang="en-IN" dirty="0"/>
          </a:p>
          <a:p>
            <a:r>
              <a:rPr lang="en-IN" dirty="0" smtClean="0"/>
              <a:t>Give an overview about how you are approaching the problem.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You can conclude by talking about the planned work for the next phase.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IN" dirty="0" smtClean="0"/>
              <a:t>References in IEEE format.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210</Words>
  <Application>Microsoft Office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poonjarian</cp:lastModifiedBy>
  <cp:revision>285</cp:revision>
  <dcterms:created xsi:type="dcterms:W3CDTF">2021-08-20T07:15:07Z</dcterms:created>
  <dcterms:modified xsi:type="dcterms:W3CDTF">2022-09-06T18:12:15Z</dcterms:modified>
</cp:coreProperties>
</file>